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08" y="8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8b6089b1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8b6089b1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8b6089b1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8b6089b1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8b6089b1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8b6089b1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8b6089b1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8b6089b1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8b6089b15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8b6089b15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e8b6089b15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e8b6089b15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8b6089b15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8b6089b15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Library-api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Презентацию подготовил: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Швецов Артем группа 363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4950" y="3780700"/>
            <a:ext cx="1795100" cy="179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6100" y="3881588"/>
            <a:ext cx="2058849" cy="159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2005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420" b="1"/>
              <a:t>О программе </a:t>
            </a:r>
            <a:endParaRPr sz="4420" b="1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406950" y="1057225"/>
            <a:ext cx="8207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400">
                <a:solidFill>
                  <a:schemeClr val="dk1"/>
                </a:solidFill>
              </a:rPr>
              <a:t>Это </a:t>
            </a:r>
            <a:r>
              <a:rPr lang="ru" sz="2400" b="1">
                <a:solidFill>
                  <a:schemeClr val="dk1"/>
                </a:solidFill>
              </a:rPr>
              <a:t>HTTP-сервер (API-приложение)</a:t>
            </a:r>
            <a:r>
              <a:rPr lang="ru" sz="2400">
                <a:solidFill>
                  <a:schemeClr val="dk1"/>
                </a:solidFill>
              </a:rPr>
              <a:t> для учета книг, написанный на языке Go.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У программы </a:t>
            </a:r>
            <a:r>
              <a:rPr lang="ru" sz="2400" b="1">
                <a:solidFill>
                  <a:schemeClr val="dk1"/>
                </a:solidFill>
              </a:rPr>
              <a:t>нет графического интерфейса</a:t>
            </a:r>
            <a:r>
              <a:rPr lang="ru" sz="2400">
                <a:solidFill>
                  <a:schemeClr val="dk1"/>
                </a:solidFill>
              </a:rPr>
              <a:t>. Она запускается в терминале.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Её задача - принимать сетевые запросы (в формате JSON), обрабатывать их и записывать изменения в файл базы данных.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17550"/>
            <a:ext cx="85206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 b="1"/>
              <a:t>Структура БД:</a:t>
            </a:r>
            <a:endParaRPr sz="4400" b="1"/>
          </a:p>
        </p:txBody>
      </p:sp>
      <p:pic>
        <p:nvPicPr>
          <p:cNvPr id="69" name="Google Shape;69;p15" title="2026-06-05_20-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50" y="1233725"/>
            <a:ext cx="8772574" cy="25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1685550" y="134675"/>
            <a:ext cx="5772900" cy="8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420" b="1"/>
              <a:t>Структура проекта</a:t>
            </a:r>
            <a:endParaRPr sz="4420" b="1"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725" y="1013375"/>
            <a:ext cx="4962525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309750" y="220300"/>
            <a:ext cx="2524500" cy="81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400" b="1"/>
              <a:t>main.go</a:t>
            </a:r>
            <a:endParaRPr sz="4400" b="1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275" y="1038100"/>
            <a:ext cx="7095444" cy="3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696150" y="594850"/>
            <a:ext cx="1751700" cy="8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4420" b="1"/>
              <a:t>db.go</a:t>
            </a:r>
            <a:endParaRPr sz="4420" b="1"/>
          </a:p>
        </p:txBody>
      </p:sp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44725"/>
            <a:ext cx="8839203" cy="179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title"/>
          </p:nvPr>
        </p:nvSpPr>
        <p:spPr>
          <a:xfrm>
            <a:off x="311700" y="313000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 b="1"/>
              <a:t>Логи:</a:t>
            </a:r>
            <a:endParaRPr sz="4400" b="1"/>
          </a:p>
        </p:txBody>
      </p:sp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50" y="1238825"/>
            <a:ext cx="8839198" cy="162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>
            <a:spLocks noGrp="1"/>
          </p:cNvSpPr>
          <p:nvPr>
            <p:ph type="title"/>
          </p:nvPr>
        </p:nvSpPr>
        <p:spPr>
          <a:xfrm>
            <a:off x="837450" y="1780500"/>
            <a:ext cx="7469100" cy="15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400" b="1"/>
              <a:t>Спасибо за внимание!</a:t>
            </a:r>
            <a:endParaRPr sz="4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Экран (16:9)</PresentationFormat>
  <Paragraphs>13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Library-api</vt:lpstr>
      <vt:lpstr>О программе </vt:lpstr>
      <vt:lpstr>Структура БД:</vt:lpstr>
      <vt:lpstr>Структура проекта</vt:lpstr>
      <vt:lpstr>main.go</vt:lpstr>
      <vt:lpstr>db.go</vt:lpstr>
      <vt:lpstr>Логи: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Library-api</dc:title>
  <cp:lastModifiedBy>Vadik</cp:lastModifiedBy>
  <cp:revision>1</cp:revision>
  <dcterms:modified xsi:type="dcterms:W3CDTF">2026-06-05T18:27:14Z</dcterms:modified>
</cp:coreProperties>
</file>